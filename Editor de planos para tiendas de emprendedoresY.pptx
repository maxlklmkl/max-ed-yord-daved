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62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Universidad Nacional José María Arguedas · Ingeniería de Sistemas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16480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Editor de planos para tiendas de emprendedores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608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vectorial simple: puntos de control, rotar y escalar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4711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Ricra Pillaca Yor David · Cañari Machaca Edú · Chuy Ramos Max Romel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Docente-asesor: Ing. </a:t>
            </a:r>
            <a:r>
              <a:rPr lang="en-US" sz="1400" dirty="0" err="1">
                <a:solidFill>
                  <a:schemeClr val="accent6"/>
                </a:solidFill>
              </a:rPr>
              <a:t>Jhamer</a:t>
            </a:r>
            <a:r>
              <a:rPr lang="en-US" sz="1400" dirty="0">
                <a:solidFill>
                  <a:schemeClr val="accent6"/>
                </a:solidFill>
              </a:rPr>
              <a:t> Aderson Rojas Silva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Problema y pregunta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5180330" cy="1939290"/>
          </a:xfrm>
          <a:prstGeom prst="roundRect">
            <a:avLst>
              <a:gd name="adj" fmla="val 5075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480857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291080"/>
            <a:ext cx="480857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Muchos pequeños negocios distribuyen su local sin un plano previo. Comparar alternativas y detectar espacios libres es difícil, y mover muebles reales cuesta tiempo y esfuerzo.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2680" y="1671320"/>
            <a:ext cx="5176520" cy="1945640"/>
          </a:xfrm>
          <a:prstGeom prst="roundRect">
            <a:avLst>
              <a:gd name="adj" fmla="val 5222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456680" y="1925320"/>
            <a:ext cx="480857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Pregunta del proyecto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56680" y="2286000"/>
            <a:ext cx="48085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¿Cómo puede una aplicación gráfica 2D facilitar a los emprendedores la planificación y modificación visual de la distribución de una tienda?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41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Objetivos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20"/>
            <a:ext cx="10883392" cy="67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Desarrollar un editor gráfico 2D para planificar la distribución de una tienda, con elementos comerciales que se agregan, seleccionan y transforman en un lienzo.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15975" y="2681605"/>
            <a:ext cx="3380264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1071880" y="2937511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Interfaz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3298191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Herramientas, lienzo y panel de propiedades separados.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789" y="2681605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661694" y="2937511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Transformaciones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1694" y="3298191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Mover, rotar y escalar objetos, con zoom y ajuste a cuadrícula.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82" y="2681605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51587" y="2937511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Archivos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51587" y="3298191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Guardar y cargar en JSON, exportar la vista como PNG.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Interfaz del editor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2482850" cy="1672590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Barra superior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291080"/>
            <a:ext cx="203017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Exportar PNG, guardar, cargar y eliminar.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1674495"/>
            <a:ext cx="2482850" cy="1672590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7642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Panel izquierdo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64280" y="2291080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Seleccionar, muros y lista de mobiliario.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674495"/>
            <a:ext cx="2482850" cy="1672590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566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Lienzo central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56680" y="2291080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Cuadrícula, escala de referencia y zoom.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1674495"/>
            <a:ext cx="2482850" cy="1672590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91490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Panel derecho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9080" y="2291080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Propiedades del objeto y ajuste Snap.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Tecnologías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2482850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291082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Estructura: lienzo, botones y paneles.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1674496"/>
            <a:ext cx="2482850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7642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64280" y="2291082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visual de la pantalla.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674496"/>
            <a:ext cx="2482850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566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56680" y="2291082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Eventos del mouse y datos de los objetos.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1674496"/>
            <a:ext cx="2482850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9149080" y="1930400"/>
            <a:ext cx="203017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Canvas 2D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9080" y="2291082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Dibuja cuadrícula, muros y mobiliario.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43916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código usa canvas.getContext con el contexto 2d; no se utiliza WebGL.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Transformaciones geométricas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405890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Traslación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291082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x′ = x + tx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y′ = y + 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661694" y="193040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Rotación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1694" y="2291082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x′ = x·cosθ − y·sinθ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y′ = x·sinθ + y·cosθ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251587" y="193040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Escalado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51587" y="2291082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x′ = sx·x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y′ = sy·y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439161"/>
            <a:ext cx="1137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 combinan con matrices homogéneas, y el orden importa: escalar y luego rotar no equivale a rotar y luego escalar.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Requisitos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5175250" cy="2472690"/>
          </a:xfrm>
          <a:prstGeom prst="roundRect">
            <a:avLst>
              <a:gd name="adj" fmla="val 3980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Funcionales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55700" y="2291082"/>
            <a:ext cx="4711903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Lienzo con cuadrícula y herramientas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Agregar, seleccionar y mover objetos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Rotar y escalar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Zoom, desplazamiento y Snap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Guardar/cargar JSON y exportar PNG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Puntos de control, según el alcance final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96"/>
            <a:ext cx="5175250" cy="2472690"/>
          </a:xfrm>
          <a:prstGeom prst="roundRect">
            <a:avLst>
              <a:gd name="adj" fmla="val 3980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456680" y="1930400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funcionales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40500" y="2291082"/>
            <a:ext cx="4711903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Usabilidad para usuarios no técnicos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Compatibilidad con navegadores modernos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Respuesta fluida en pantalla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Código organizado en funciones claras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JSON inválido no bloquea la aplicación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Arquitectura y pipeline gráfico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5975" y="1674496"/>
            <a:ext cx="2142490" cy="979170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 wrap="square" lIns="176277" tIns="176277" rIns="124309" bIns="15087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Interfaz HTML / CSS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14040" y="1915161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6F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25215" y="1674496"/>
            <a:ext cx="2142490" cy="979170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 wrap="square" lIns="176277" tIns="176277" rIns="124309" bIns="15087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Eventos del usuario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23280" y="1915161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6F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34455" y="1674496"/>
            <a:ext cx="2142490" cy="979170"/>
          </a:xfrm>
          <a:prstGeom prst="roundRect">
            <a:avLst>
              <a:gd name="adj" fmla="val 10052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 wrap="square" lIns="176277" tIns="176277" rIns="124309" bIns="15087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Estado de objetos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32520" y="1915161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6F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240520" y="1676400"/>
            <a:ext cx="2138680" cy="975360"/>
          </a:xfrm>
          <a:prstGeom prst="roundRect">
            <a:avLst>
              <a:gd name="adj" fmla="val 10417"/>
            </a:avLst>
          </a:prstGeom>
          <a:solidFill>
            <a:srgbClr val="1F6F78"/>
          </a:solidFill>
          <a:ln/>
        </p:spPr>
        <p:txBody>
          <a:bodyPr wrap="square" lIns="173442" tIns="173442" rIns="121474" bIns="1480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Canvas 2D, JSON y PNG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012439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 cada acción se convierte la posición del mouse a coordenadas del plano, se actualiza el objeto, se limpia el lienzo y se redibujan cuadrícula, muros, mobiliario y selección.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Funciones del editor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291079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Arrastre del objeto, con ajuste a la cuadrícula.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661694" y="193040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1694" y="2291079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Giro alrededor del centro del objeto.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251587" y="193040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Escalar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51587" y="2291079"/>
            <a:ext cx="31212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Ancho y alto con límites mínimos.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975" y="3442339"/>
            <a:ext cx="3380264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071880" y="3698242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Zoom y desplazamiento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1880" y="4058921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Cambian la vista, no las coordenadas.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05789" y="3442339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661694" y="369824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Guardar y cargar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1694" y="4058921"/>
            <a:ext cx="29545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plano se conserva en JSON.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95682" y="3442339"/>
            <a:ext cx="3380343" cy="1405890"/>
          </a:xfrm>
          <a:prstGeom prst="roundRect">
            <a:avLst>
              <a:gd name="adj" fmla="val 7001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8251587" y="369824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51587" y="4058921"/>
            <a:ext cx="29545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Imagen PNG del plano.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2999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Pruebas y estado actual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964690"/>
          </a:xfrm>
          <a:prstGeom prst="roundRect">
            <a:avLst>
              <a:gd name="adj" fmla="val 5010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95450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F6F7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880" y="2489200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Pruebas planificadas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849879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 abrir la página a exportar el PNG (P01–P12).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789" y="1674496"/>
            <a:ext cx="3380343" cy="1964690"/>
          </a:xfrm>
          <a:prstGeom prst="roundRect">
            <a:avLst>
              <a:gd name="adj" fmla="val 5010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661694" y="1930400"/>
            <a:ext cx="295458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F6F7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Pendiente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694" y="248920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Ejecución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1694" y="2849879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Falta correr las pruebas y registrar evidencia.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682" y="1674496"/>
            <a:ext cx="3380343" cy="1964690"/>
          </a:xfrm>
          <a:prstGeom prst="roundRect">
            <a:avLst>
              <a:gd name="adj" fmla="val 5010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251587" y="1930400"/>
            <a:ext cx="295458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F6F7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51587" y="248920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Puntos de control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51587" y="2849879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edición directa se implementa o verifica.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3100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B692705-444D-DAFC-BDB9-EBB8BB683404}"/>
              </a:ext>
            </a:extLst>
          </p:cNvPr>
          <p:cNvSpPr txBox="1">
            <a:spLocks/>
          </p:cNvSpPr>
          <p:nvPr/>
        </p:nvSpPr>
        <p:spPr>
          <a:xfrm>
            <a:off x="1043589" y="867842"/>
            <a:ext cx="103525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solidFill>
                  <a:schemeClr val="tx2"/>
                </a:solidFill>
              </a:rPr>
              <a:t>Demostración</a:t>
            </a:r>
            <a:endParaRPr lang="en-US" sz="3600" dirty="0"/>
          </a:p>
        </p:txBody>
      </p:sp>
      <p:pic>
        <p:nvPicPr>
          <p:cNvPr id="5" name="Plano de ejemplo" descr="Plano de un local con muros, tabique, columna, curva y muebles">
            <a:extLst>
              <a:ext uri="{FF2B5EF4-FFF2-40B4-BE49-F238E27FC236}">
                <a16:creationId xmlns:a16="http://schemas.microsoft.com/office/drawing/2014/main" id="{E32B0F6A-0629-AE43-7332-0D3E1E62B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90" y="1896542"/>
            <a:ext cx="6096478" cy="418044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ítulo demo">
            <a:extLst>
              <a:ext uri="{FF2B5EF4-FFF2-40B4-BE49-F238E27FC236}">
                <a16:creationId xmlns:a16="http://schemas.microsoft.com/office/drawing/2014/main" id="{DC0EA6C5-FB48-B6ED-3956-CF96445D5FE8}"/>
              </a:ext>
            </a:extLst>
          </p:cNvPr>
          <p:cNvSpPr txBox="1"/>
          <p:nvPr/>
        </p:nvSpPr>
        <p:spPr>
          <a:xfrm>
            <a:off x="7485150" y="1862253"/>
            <a:ext cx="39109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Qué muestra</a:t>
            </a:r>
            <a:endParaRPr lang="en-US" sz="1800" dirty="0"/>
          </a:p>
        </p:txBody>
      </p:sp>
      <p:sp>
        <p:nvSpPr>
          <p:cNvPr id="7" name="Lista demo">
            <a:extLst>
              <a:ext uri="{FF2B5EF4-FFF2-40B4-BE49-F238E27FC236}">
                <a16:creationId xmlns:a16="http://schemas.microsoft.com/office/drawing/2014/main" id="{DFBACA22-FFD2-88EE-8588-5A0EC1930D8C}"/>
              </a:ext>
            </a:extLst>
          </p:cNvPr>
          <p:cNvSpPr txBox="1"/>
          <p:nvPr/>
        </p:nvSpPr>
        <p:spPr>
          <a:xfrm>
            <a:off x="7485150" y="2228012"/>
            <a:ext cx="3910948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Muros y tabique en la capa estructura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Muebles rellenos en la capa mobiliario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mesa girada con matrices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Curva con 4 puntos de control</a:t>
            </a:r>
            <a:endParaRPr lang="en-US" sz="1400" dirty="0"/>
          </a:p>
        </p:txBody>
      </p:sp>
      <p:sp>
        <p:nvSpPr>
          <p:cNvPr id="8" name="Tarjeta pruebas">
            <a:extLst>
              <a:ext uri="{FF2B5EF4-FFF2-40B4-BE49-F238E27FC236}">
                <a16:creationId xmlns:a16="http://schemas.microsoft.com/office/drawing/2014/main" id="{76821004-B3F9-A2B4-7BCA-DDE703049F87}"/>
              </a:ext>
            </a:extLst>
          </p:cNvPr>
          <p:cNvSpPr/>
          <p:nvPr/>
        </p:nvSpPr>
        <p:spPr>
          <a:xfrm>
            <a:off x="7485150" y="4898665"/>
            <a:ext cx="3910948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Círculo Pruebas">
            <a:extLst>
              <a:ext uri="{FF2B5EF4-FFF2-40B4-BE49-F238E27FC236}">
                <a16:creationId xmlns:a16="http://schemas.microsoft.com/office/drawing/2014/main" id="{3D999092-E167-A485-644F-DE20E6CF2011}"/>
              </a:ext>
            </a:extLst>
          </p:cNvPr>
          <p:cNvSpPr/>
          <p:nvPr/>
        </p:nvSpPr>
        <p:spPr>
          <a:xfrm>
            <a:off x="6347109" y="4456862"/>
            <a:ext cx="632653" cy="62865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Ícono Pruebas" descr="Pruebas">
            <a:extLst>
              <a:ext uri="{FF2B5EF4-FFF2-40B4-BE49-F238E27FC236}">
                <a16:creationId xmlns:a16="http://schemas.microsoft.com/office/drawing/2014/main" id="{849A2438-ED80-920A-80A4-EF0691D14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39" y="4582591"/>
            <a:ext cx="316327" cy="316327"/>
          </a:xfrm>
          <a:prstGeom prst="rect">
            <a:avLst/>
          </a:prstGeom>
        </p:spPr>
      </p:pic>
      <p:sp>
        <p:nvSpPr>
          <p:cNvPr id="11" name="Texto pruebas">
            <a:extLst>
              <a:ext uri="{FF2B5EF4-FFF2-40B4-BE49-F238E27FC236}">
                <a16:creationId xmlns:a16="http://schemas.microsoft.com/office/drawing/2014/main" id="{9979060D-8A24-D86B-47ED-1A5F321BB892}"/>
              </a:ext>
            </a:extLst>
          </p:cNvPr>
          <p:cNvSpPr txBox="1"/>
          <p:nvPr/>
        </p:nvSpPr>
        <p:spPr>
          <a:xfrm>
            <a:off x="7842789" y="5018608"/>
            <a:ext cx="27031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Pruebas automáticas de los algoritmos: todas aprobadas.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4444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Responsabilidad social universitaria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3677" cy="1672590"/>
          </a:xfrm>
          <a:prstGeom prst="roundRect">
            <a:avLst>
              <a:gd name="adj" fmla="val 5885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95802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Beneficiario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1880" y="2291079"/>
            <a:ext cx="295802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Emprendedores locales con tiendas pequeñas o negocios de atención al público.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9202" y="1674496"/>
            <a:ext cx="3383756" cy="1672590"/>
          </a:xfrm>
          <a:prstGeom prst="roundRect">
            <a:avLst>
              <a:gd name="adj" fmla="val 5885"/>
            </a:avLst>
          </a:prstGeom>
          <a:solidFill>
            <a:srgbClr val="1C3550"/>
          </a:solidFill>
          <a:ln w="6350">
            <a:solidFill>
              <a:srgbClr val="2C4A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665107" y="1930400"/>
            <a:ext cx="295810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Actividad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5107" y="2291079"/>
            <a:ext cx="295810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Demostración breve: crear una distribución, mover, rotar y escalar, y recoger comentarios.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9333" y="1671321"/>
            <a:ext cx="3379867" cy="1678940"/>
          </a:xfrm>
          <a:prstGeom prst="roundRect">
            <a:avLst>
              <a:gd name="adj" fmla="val 6051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253333" y="1925321"/>
            <a:ext cx="295802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Estado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53333" y="2286000"/>
            <a:ext cx="295802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Pendiente de coordinación y ejecución. Evidencias: ficha, fotos autorizadas y constancia.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30873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D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11 /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Conclusiones y trabajo futuro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5180330" cy="2472690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6350">
            <a:solidFill>
              <a:srgbClr val="E0DDD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480857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55700" y="2291079"/>
            <a:ext cx="471713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Responde a una necesidad práctica: visualizar la tienda antes de mover muebles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interfaz separa herramientas, lienzo y propiedades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Canvas 2D es adecuado para dibujar y transformar objetos 2D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2680" y="1671321"/>
            <a:ext cx="5176520" cy="2479040"/>
          </a:xfrm>
          <a:prstGeom prst="roundRect">
            <a:avLst>
              <a:gd name="adj" fmla="val 4098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456680" y="1925321"/>
            <a:ext cx="480857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Trabajo futuro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40500" y="2286000"/>
            <a:ext cx="471713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Probar y registrar mover, rotar y escalar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Confirmar o implementar puntos de control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Validar JSON y PNG con una tienda completa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Completar RSU, repositorio y video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42"/>
            <a:ext cx="3100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 de planos para tiendas · 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de planos para tiendas de emprendedores">
  <a:themeElements>
    <a:clrScheme name="Editor de planos para tiendas de emprendedores">
      <a:dk1>
        <a:srgbClr val="12263A"/>
      </a:dk1>
      <a:lt1>
        <a:srgbClr val="F6F4EF"/>
      </a:lt1>
      <a:dk2>
        <a:srgbClr val="293B4C"/>
      </a:dk2>
      <a:lt2>
        <a:srgbClr val="BDC1C2"/>
      </a:lt2>
      <a:accent1>
        <a:srgbClr val="1F6F78"/>
      </a:accent1>
      <a:accent2>
        <a:srgbClr val="A9BDD1"/>
      </a:accent2>
      <a:accent3>
        <a:srgbClr val="E8A33D"/>
      </a:accent3>
      <a:accent4>
        <a:srgbClr val="1A1A1A"/>
      </a:accent4>
      <a:accent5>
        <a:srgbClr val="5B6470"/>
      </a:accent5>
      <a:accent6>
        <a:srgbClr val="9AA0A6"/>
      </a:accent6>
      <a:hlink>
        <a:srgbClr val="0563C1"/>
      </a:hlink>
      <a:folHlink>
        <a:srgbClr val="954F72"/>
      </a:folHlink>
    </a:clrScheme>
    <a:fontScheme name="Editor de planos para tiendas de emprendedores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823</Words>
  <Application>Microsoft Office PowerPoint</Application>
  <PresentationFormat>Panorámica</PresentationFormat>
  <Paragraphs>141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Georgia</vt:lpstr>
      <vt:lpstr>Helvetica</vt:lpstr>
      <vt:lpstr>Editor de planos para tiendas de emprendedores</vt:lpstr>
      <vt:lpstr>Editor de planos para tiendas de emprendedores</vt:lpstr>
      <vt:lpstr>Problema y pregunta</vt:lpstr>
      <vt:lpstr>Objetivos</vt:lpstr>
      <vt:lpstr>Interfaz del editor</vt:lpstr>
      <vt:lpstr>Tecnologías</vt:lpstr>
      <vt:lpstr>Transformaciones geométricas</vt:lpstr>
      <vt:lpstr>Requisitos</vt:lpstr>
      <vt:lpstr>Arquitectura y pipeline gráfico</vt:lpstr>
      <vt:lpstr>Funciones del editor</vt:lpstr>
      <vt:lpstr>Pruebas y estado actual</vt:lpstr>
      <vt:lpstr>Presentación de PowerPoint</vt:lpstr>
      <vt:lpstr>Responsabilidad social universitaria</vt:lpstr>
      <vt:lpstr>Conclusiones y trabajo futuro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 de planos para tiendas de emprendedores</dc:title>
  <dc:subject/>
  <dc:creator/>
  <cp:lastModifiedBy>chuy ramos</cp:lastModifiedBy>
  <cp:revision>2</cp:revision>
  <dcterms:created xsi:type="dcterms:W3CDTF">2026-10-20T18:22:24Z</dcterms:created>
  <dcterms:modified xsi:type="dcterms:W3CDTF">2026-10-20T18:59:58Z</dcterms:modified>
</cp:coreProperties>
</file>